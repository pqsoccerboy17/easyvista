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66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89888"/>
            <a:ext cx="512064" cy="512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0058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Eurazeo AI Hackathon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828800" y="17830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Proposal — February 2026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828800" y="2651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Accelerating AI adoption across the Eurazeo portfolio through a hands-on, product-led build sprint.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Yelin.io  •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Hackathon &amp; Why Now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73152" cy="96012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2070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1508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real AI use cases ready for deployment within 24 hours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73152" cy="96012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3500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cross-portfolio community and shared AI playbook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3383280"/>
            <a:ext cx="822960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3383280"/>
            <a:ext cx="73152" cy="96012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77240" y="34930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37947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LP-facing proof of AI value creation across the portfolio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315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learning &gt; slow pilots  —  move from exploration to production in one weekend.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Format &amp; Product Focus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931920" cy="6400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3152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Build Sprint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3–7 people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Cross-functional: product, engineering, ops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Time-boxed AI coaching sessions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20–30 companies, ~5 per company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~60% attendance 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5488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54880" y="1051560"/>
            <a:ext cx="3931920" cy="6400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029200" y="12801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 APPROACH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0" y="1691640"/>
            <a:ext cx="3383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real product roadmap items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tied to actual business problems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Product-led org best practices baked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working prototypes, not slide decks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sales language: AI as accelerator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May 2026  —  October is too far out. Move fast while momentum is high.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Budget &amp; Logistics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2697480" cy="64008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€120k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Full-scale: 30 companies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Top-tier venue + catering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Expert speakers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Live-streamed event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swag + prizes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3756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337560" y="1005840"/>
            <a:ext cx="2697480" cy="64008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52044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0440" y="1508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€65k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52044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Mid-scale: 20–25 companies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venue + catering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expert speakers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recording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swag + prizes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0058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217920" y="1005840"/>
            <a:ext cx="2697480" cy="64008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00800" y="1188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00800" y="15087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€40k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00800" y="201168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Focused: 15–20 companies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Eurazeo offices (no venue cost)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+ partner mentors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Photo/video highlights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prizes only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4389120"/>
            <a:ext cx="8229600" cy="594360"/>
          </a:xfrm>
          <a:prstGeom prst="rect">
            <a:avLst/>
          </a:prstGeom>
          <a:solidFill>
            <a:srgbClr val="0A16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31520" y="43891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Venue: Eurazeo offices (no cost)  •  Partners provide AI credits  •  Judging panel: Eurazeo VIPs + partners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411480" cy="4114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&amp; Decisions Needed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5840" y="10972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0584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1–2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737360" y="1463040"/>
            <a:ext cx="141732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budget 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confirm scope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154680" y="109728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15468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3–4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886200" y="1463040"/>
            <a:ext cx="141732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60604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outreach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AI credits secured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303520" y="10972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30352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5–6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035040" y="1463040"/>
            <a:ext cx="1417320" cy="0"/>
          </a:xfrm>
          <a:prstGeom prst="line">
            <a:avLst/>
          </a:prstGeom>
          <a:noFill/>
          <a:ln w="19050">
            <a:solidFill>
              <a:srgbClr val="5A6B7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5488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invitations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challenge design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52360" y="10972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452360" y="1097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7–8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0372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logistics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dry run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2926080"/>
            <a:ext cx="8229600" cy="1828800"/>
          </a:xfrm>
          <a:prstGeom prst="rect">
            <a:avLst/>
          </a:prstGeom>
          <a:solidFill>
            <a:srgbClr val="12214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" y="2926080"/>
            <a:ext cx="73152" cy="18288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77240" y="3063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 NOW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342900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budget tier? Gold / Silver / Lean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May 2026 target date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partner outreach list (AI vendors, cloud providers)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Yelin.io scope: full production or advisory?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Eurazeo VIPs + partners for judging panel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349</Words>
  <Application>Microsoft Macintosh PowerPoint</Application>
  <PresentationFormat>On-screen Show (16:9)</PresentationFormat>
  <Paragraphs>74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Eurazeo AI Hackathon — Refined Proposal</dc:title>
  <dc:subject>PptxGenJS Presentation</dc:subject>
  <dc:creator>Yelin.io</dc:creator>
  <cp:lastModifiedBy>Michael Duncan</cp:lastModifiedBy>
  <cp:revision>2</cp:revision>
  <dcterms:created xsi:type="dcterms:W3CDTF">2026-02-25T04:57:34Z</dcterms:created>
  <dcterms:modified xsi:type="dcterms:W3CDTF">2026-02-25T08:17:46Z</dcterms:modified>
</cp:coreProperties>
</file>