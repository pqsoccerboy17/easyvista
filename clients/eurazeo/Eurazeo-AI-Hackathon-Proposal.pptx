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66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251970" y="889862"/>
            <a:ext cx="6636259" cy="3358450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9427" y="1556628"/>
            <a:ext cx="6509936" cy="1311547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05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9428" y="2929700"/>
            <a:ext cx="6505070" cy="99194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F09C5FF3-4B91-004B-9506-6D44621CCD4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04249F58-F0FA-624C-9BA4-598473167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17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4234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835" y="602389"/>
            <a:ext cx="4711405" cy="393646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5FF3-4B91-004B-9506-6D44621CCD4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9F58-F0FA-624C-9BA4-598473167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042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2444659" y="889862"/>
            <a:ext cx="4249609" cy="3358450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162" y="1556047"/>
            <a:ext cx="4117668" cy="1267043"/>
          </a:xfrm>
        </p:spPr>
        <p:txBody>
          <a:bodyPr bIns="0" anchor="b">
            <a:normAutofit/>
          </a:bodyPr>
          <a:lstStyle>
            <a:lvl1pPr algn="ctr">
              <a:defRPr sz="33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162" y="2885138"/>
            <a:ext cx="4117667" cy="1037828"/>
          </a:xfrm>
        </p:spPr>
        <p:txBody>
          <a:bodyPr tIns="0"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F09C5FF3-4B91-004B-9506-6D44621CCD4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04249F58-F0FA-624C-9BA4-598473167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837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1754752"/>
            <a:ext cx="2625621" cy="1852549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0659" y="602391"/>
            <a:ext cx="4702193" cy="1786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835" y="2754121"/>
            <a:ext cx="4704017" cy="1787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F09C5FF3-4B91-004B-9506-6D44621CCD4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04249F58-F0FA-624C-9BA4-598473167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816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1772937"/>
            <a:ext cx="2625621" cy="184537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853" y="602389"/>
            <a:ext cx="4698816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978" y="1116739"/>
            <a:ext cx="4698263" cy="1272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8989" y="2749415"/>
            <a:ext cx="4698311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8835" y="3263765"/>
            <a:ext cx="4699191" cy="127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F09C5FF3-4B91-004B-9506-6D44621CCD4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04249F58-F0FA-624C-9BA4-598473167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758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5FF3-4B91-004B-9506-6D44621CCD4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9F58-F0FA-624C-9BA4-598473167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831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F09C5FF3-4B91-004B-9506-6D44621CCD4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04249F58-F0FA-624C-9BA4-598473167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9230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4019"/>
            <a:ext cx="2625898" cy="917474"/>
          </a:xfrm>
        </p:spPr>
        <p:txBody>
          <a:bodyPr bIns="0" anchor="b">
            <a:noAutofit/>
          </a:bodyPr>
          <a:lstStyle>
            <a:lvl1pPr algn="ctr">
              <a:defRPr sz="2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488" y="602107"/>
            <a:ext cx="4706276" cy="393745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474" y="2685140"/>
            <a:ext cx="2625898" cy="915873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5FF3-4B91-004B-9506-6D44621CCD4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9F58-F0FA-624C-9BA4-598473167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1100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604002" y="1273749"/>
            <a:ext cx="4456155" cy="2602816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7632" y="0"/>
            <a:ext cx="3486368" cy="51435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82" y="1770191"/>
            <a:ext cx="4332485" cy="883524"/>
          </a:xfrm>
        </p:spPr>
        <p:txBody>
          <a:bodyPr bIns="0" anchor="b">
            <a:normAutofit/>
          </a:bodyPr>
          <a:lstStyle>
            <a:lvl1pPr>
              <a:defRPr sz="27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082" y="2658759"/>
            <a:ext cx="4332485" cy="955649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F09C5FF3-4B91-004B-9506-6D44621CCD4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4456652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71283" y="240030"/>
            <a:ext cx="685800" cy="240030"/>
          </a:xfrm>
        </p:spPr>
        <p:txBody>
          <a:bodyPr/>
          <a:lstStyle/>
          <a:p>
            <a:fld id="{04249F58-F0FA-624C-9BA4-598473167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364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2488" y="596039"/>
            <a:ext cx="4706276" cy="39428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5FF3-4B91-004B-9506-6D44621CCD4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49F58-F0FA-624C-9BA4-598473167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685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5789211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5578" y="1762444"/>
            <a:ext cx="2625896" cy="184233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2060" y="598834"/>
            <a:ext cx="4701467" cy="39429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F09C5FF3-4B91-004B-9506-6D44621CCD4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04249F58-F0FA-624C-9BA4-598473167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470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55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371" y="1768794"/>
            <a:ext cx="2624000" cy="184236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237" y="596039"/>
            <a:ext cx="4462527" cy="394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504" y="240030"/>
            <a:ext cx="27432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C5FF3-4B91-004B-9506-6D44621CCD40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3504" y="4670298"/>
            <a:ext cx="7941564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240030"/>
            <a:ext cx="6858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49F58-F0FA-624C-9BA4-598473167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29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0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898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005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Eurazeo AI Hackathon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828800" y="1783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Proposal — February 2026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28800" y="2651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AI adoption across the Eurazeo portfolio through a hands-on, product-led build sprint.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Yelin.io  •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Hackathon &amp; Why Now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3152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207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1508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real AI use cases ready for deployment within 24 hours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2240280"/>
            <a:ext cx="73152" cy="9601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350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651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cross-portfolio community and shared AI playbook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38328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3383280"/>
            <a:ext cx="73152" cy="9601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3493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3794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LP-facing proof of AI value creation across the portfolio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learning &gt; slow pilots  —  move from exploration to production in one weekend.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Format &amp; Product Focus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3192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Build Sprint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3–7 people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Cross-functional: product, engineering, 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 AI coaching sessions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20–30 companies, ~5 per company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~60% attendance 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93192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APPROACH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0" y="16916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real product roadmap items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tied to actual business problems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org best practices baked 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working prototypes, not slide decks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sales language: AI as accelerator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May 2026  —  October is too far out. Move fast while momentum is high.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&amp; Logistics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269748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€120k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Full-scale: 30 companies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venue + catering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Expert speakers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Live-streamed event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swag + prizes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00584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37560" y="1005840"/>
            <a:ext cx="2697480" cy="640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2044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2044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€65k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520440" y="20116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Mid-scale: 20–25 companies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venue + catering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expert speakers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recording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swag + prizes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00584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0" y="1005840"/>
            <a:ext cx="2697480" cy="640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0" y="1508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€40k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00800" y="20116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Focused: 15–20 companies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Eurazeo offices (no venue cost)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+ partner mentors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Photo/video highlights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prizes only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31520" y="43891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Venue: Eurazeo offices (no cost)  •  Partners provide AI credits  •  Judging panel: Eurazeo VIPs + partners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&amp; Decisions Needed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05840" y="1097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0584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737360" y="1463040"/>
            <a:ext cx="1417320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budget tier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confirm scope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54680" y="10972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15468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86200" y="1463040"/>
            <a:ext cx="1417320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60604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outreach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AI credits secured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03520" y="1097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0352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1463040"/>
            <a:ext cx="1417320" cy="0"/>
          </a:xfrm>
          <a:prstGeom prst="line">
            <a:avLst/>
          </a:prstGeom>
          <a:noFill/>
          <a:ln w="19050">
            <a:solidFill>
              <a:srgbClr val="5A6B7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invitations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challenge design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52360" y="1097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45236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90372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logistics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dry run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12214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2926080"/>
            <a:ext cx="73152" cy="18288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77240" y="3063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 NOW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" y="342900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budget tier? Gold / Silver / Lean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May 2026 target date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partner outreach list (AI vendors, cloud providers)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Yelin.io scope: full production or advisory?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Eurazeo VIPs + partners for judging panel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1256</TotalTime>
  <Words>349</Words>
  <Application>Microsoft Macintosh PowerPoint</Application>
  <PresentationFormat>On-screen Show (16:9)</PresentationFormat>
  <Paragraphs>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Calibri Light</vt:lpstr>
      <vt:lpstr>Georgia</vt:lpstr>
      <vt:lpstr>Rockwell</vt:lpstr>
      <vt:lpstr>Wingdings</vt:lpstr>
      <vt:lpstr>Atlas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Eurazeo AI Hackathon — Refined Proposal</dc:title>
  <dc:subject>PptxGenJS Presentation</dc:subject>
  <dc:creator>Yelin.io</dc:creator>
  <cp:lastModifiedBy>Michael Duncan</cp:lastModifiedBy>
  <cp:revision>3</cp:revision>
  <dcterms:created xsi:type="dcterms:W3CDTF">2026-02-25T04:57:34Z</dcterms:created>
  <dcterms:modified xsi:type="dcterms:W3CDTF">2026-02-26T01:57:42Z</dcterms:modified>
</cp:coreProperties>
</file>