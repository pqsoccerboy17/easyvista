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Equity Value Creation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828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Go To Market (GTM) and Sales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7432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Menu Summary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Yelin.io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868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adoption gap is creating massive opportunity for PE value creation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2468880" cy="27432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missed revenue targets despite record AI investment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 Labs 2025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520440" y="1554480"/>
            <a:ext cx="2468880" cy="27432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044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74904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use AI, but only 33% have scaled beyond pilots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74904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2025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468880" cy="274320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9360" y="182880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6537960" y="27432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SDR market today, projected $15B by 2030 (28.5% CAGR)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37490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Research 2025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Menu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1965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Performance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pipeline metrics, forecast accuracy KPIs, quota attainment tracking, and win/loss analysis across portfolio companies.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3566160"/>
            <a:ext cx="1965960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8" name="Text 6"/>
          <p:cNvSpPr/>
          <p:nvPr/>
        </p:nvSpPr>
        <p:spPr>
          <a:xfrm>
            <a:off x="43891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Sellers using AI tools are 3.7x more likely to meet quotas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B0C4DE"/>
                </a:solidFill>
              </a:rPr>
              <a:t>(Salesforce)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468880" y="914400"/>
            <a:ext cx="1965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Health Check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6888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assessment of sales process maturity, tech stack utilization, data quality, and team capabilities to identify revenue optimization opportunities.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3566160"/>
            <a:ext cx="1965960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4" name="Text 12"/>
          <p:cNvSpPr/>
          <p:nvPr/>
        </p:nvSpPr>
        <p:spPr>
          <a:xfrm>
            <a:off x="254203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87% of enterprises missed revenue targets despite record AI spend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B0C4DE"/>
                </a:solidFill>
              </a:rPr>
              <a:t>(Clari Labs)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572000" y="914400"/>
            <a:ext cx="1965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Roadmap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AI adoption roadmap for revenue teams with resource allocation, milestones, and change management to accelerate pipeline growth and thesis alignment.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0" y="3566160"/>
            <a:ext cx="1965960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0" name="Text 18"/>
          <p:cNvSpPr/>
          <p:nvPr/>
        </p:nvSpPr>
        <p:spPr>
          <a:xfrm>
            <a:off x="464515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By 2027, 95% of seller research workflows will begin with AI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B0C4DE"/>
                </a:solidFill>
              </a:rPr>
              <a:t>(Gartner)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675120" y="914400"/>
            <a:ext cx="1965960" cy="640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Leadership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sales and marketing team structure, talent strategy, and compensation models. CRO and VP Sales interviewing for potential new hires.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5120" y="3566160"/>
            <a:ext cx="1965960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674827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48% reduction in sales cycle time for AI-equipped teams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B0C4DE"/>
                </a:solidFill>
              </a:rPr>
              <a:t>(HubSpot)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 |  Strategy  |  Leadership  |  Roadmap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 Menu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840480" y="256032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(continued)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6596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Tech Stack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Rationalization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and consolidate sales tools, reduce redundant SaaS spend, and migrate to AI-native platforms that drive measurable pipeline impact.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3566160"/>
            <a:ext cx="1965960" cy="59436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 sales tools reduce sales costs by 60%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D0E8FF"/>
                </a:solidFill>
              </a:rPr>
              <a:t>(Cirrus Insight)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68880" y="914400"/>
            <a:ext cx="196596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and Impact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AI SDR/BDR automation, conversational intelligence, and revenue forecasting tools. Measure productivity gains across GTM workflows.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68880" y="3566160"/>
            <a:ext cx="1965960" cy="59436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15" name="Text 13"/>
          <p:cNvSpPr/>
          <p:nvPr/>
        </p:nvSpPr>
        <p:spPr>
          <a:xfrm>
            <a:off x="254203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398% ROI from revenue intelligence platform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D0E8FF"/>
                </a:solidFill>
              </a:rPr>
              <a:t>(Clari)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572000" y="914400"/>
            <a:ext cx="196596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Revenue Growth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AI-driven pipeline generation, lead scoring, and personalization-at-scale strategies to create new revenue capacity and competitive advantage.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3566160"/>
            <a:ext cx="1965960" cy="59436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21" name="Text 19"/>
          <p:cNvSpPr/>
          <p:nvPr/>
        </p:nvSpPr>
        <p:spPr>
          <a:xfrm>
            <a:off x="464515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AI sales tools increase leads by 50%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D0E8FF"/>
                </a:solidFill>
              </a:rPr>
              <a:t>(Cirrus Insight)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675120" y="914400"/>
            <a:ext cx="1965960" cy="64008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9144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+ AI Diligence and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Post-Merger Integration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1554480"/>
            <a:ext cx="1965960" cy="2011680"/>
          </a:xfrm>
          <a:prstGeom prst="rect">
            <a:avLst/>
          </a:prstGeom>
          <a:solidFill>
            <a:srgbClr val="F8FAFC"/>
          </a:solidFill>
          <a:ln w="6350">
            <a:solidFill>
              <a:srgbClr val="D0D5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1645920"/>
            <a:ext cx="1783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revenue capabilities, AI readiness, and GTM risks for potential investments and acquisition targets. Support commercial integration after M&amp;A and value creation planning.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675120" y="3566160"/>
            <a:ext cx="1965960" cy="594360"/>
          </a:xfrm>
          <a:prstGeom prst="rect">
            <a:avLst/>
          </a:prstGeom>
          <a:solidFill>
            <a:srgbClr val="3B82C4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3602736"/>
            <a:ext cx="1819656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Only 33% of organizations have scaled AI beyond pilots</a:t>
            </a:r>
            <a:endParaRPr lang="en-US" sz="850" dirty="0"/>
          </a:p>
          <a:p>
            <a:pPr algn="ctr" indent="0" marL="0">
              <a:buNone/>
            </a:pPr>
            <a:r>
              <a:rPr lang="en-US" sz="700" i="1" dirty="0">
                <a:solidFill>
                  <a:srgbClr val="D0E8FF"/>
                </a:solidFill>
              </a:rPr>
              <a:t>(McKinsey)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92040"/>
            <a:ext cx="8229600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 |  Deployment  |  Pipeline  |  Diligence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Adoption Gap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73152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194560" y="13716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 use AI tools, but 46% distrust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4560" y="1828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 2025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7680960" cy="73152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240280"/>
            <a:ext cx="54864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2402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88%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194560" y="22402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enterprises use AI, only 33% scaled beyond pilots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94560" y="26974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2025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7680960" cy="73152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10896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194560" y="3108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leaders still don't trust the data AI relies 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194560" y="35661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Salesloft 2025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977640"/>
            <a:ext cx="7680960" cy="73152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977640"/>
            <a:ext cx="54864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7764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2194560" y="39776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organizations attribute any EBIT impact to AI use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194560" y="4434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2B6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54864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3.7x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286000" y="13258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meet quotas with AI tools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0" y="1325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39112"/>
            <a:ext cx="7680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039112"/>
            <a:ext cx="54864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3911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86000" y="2039112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sales cycle time for AI-equipped teams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132320" y="203911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752344"/>
            <a:ext cx="7680960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2752344"/>
            <a:ext cx="54864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7523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398%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286000" y="275234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from revenue intelligence platforms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32320" y="27523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465576"/>
            <a:ext cx="768096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3465576"/>
            <a:ext cx="54864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46557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2286000" y="346557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gains reported by AI agent users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32320" y="346557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Overflow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178808"/>
            <a:ext cx="7680960" cy="594360"/>
          </a:xfrm>
          <a:prstGeom prst="rect">
            <a:avLst/>
          </a:prstGeom>
          <a:solidFill>
            <a:srgbClr val="F0F7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178808"/>
            <a:ext cx="54864" cy="594360"/>
          </a:xfrm>
          <a:prstGeom prst="rect">
            <a:avLst/>
          </a:prstGeom>
          <a:solidFill>
            <a:srgbClr val="2B6CB0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1788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42%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286000" y="4178808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rate from social selling vs. 26% from email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132320" y="41788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HubSpot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Proof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Growth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7680960" cy="59436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25880"/>
            <a:ext cx="54864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$4.1B → $15B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926080" y="13258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SDR market growth (2025-2030), 28.5% CAGR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0" y="132588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Research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039112"/>
            <a:ext cx="7680960" cy="59436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039112"/>
            <a:ext cx="54864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03911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926080" y="203911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seller research workflows will begin with AI by 2027 vs. &lt;20% today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0" y="2039112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Gartner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752344"/>
            <a:ext cx="7680960" cy="59436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752344"/>
            <a:ext cx="54864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275234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 / 60% / 70%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27523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sales tools increase leads / reduce costs / shorten calls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0" y="2752344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Cirrus Insight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465576"/>
            <a:ext cx="7680960" cy="59436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20" name="Shape 18"/>
          <p:cNvSpPr/>
          <p:nvPr/>
        </p:nvSpPr>
        <p:spPr>
          <a:xfrm>
            <a:off x="731520" y="3465576"/>
            <a:ext cx="54864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46557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$100M+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926080" y="346557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deployed into AI SDR space in 2024-2025 alone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465576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SaaStr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4178808"/>
            <a:ext cx="7680960" cy="594360"/>
          </a:xfrm>
          <a:prstGeom prst="rect">
            <a:avLst/>
          </a:prstGeom>
          <a:solidFill>
            <a:srgbClr val="1E4A7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1520" y="4178808"/>
            <a:ext cx="54864" cy="59436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26" name="Text 24"/>
          <p:cNvSpPr/>
          <p:nvPr/>
        </p:nvSpPr>
        <p:spPr>
          <a:xfrm>
            <a:off x="1005840" y="417880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2926080" y="417880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US revenue teams on Gong in 2025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132320" y="4178808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3AC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Gong Labs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Private Equity Value Creation for GTM and Sales AI</dc:title>
  <dc:subject>PptxGenJS Presentation</dc:subject>
  <dc:creator>Yelin.io</dc:creator>
  <cp:lastModifiedBy>Yelin.io</cp:lastModifiedBy>
  <cp:revision>1</cp:revision>
  <dcterms:created xsi:type="dcterms:W3CDTF">2026-02-12T07:01:56Z</dcterms:created>
  <dcterms:modified xsi:type="dcterms:W3CDTF">2026-02-12T07:01:56Z</dcterms:modified>
</cp:coreProperties>
</file>